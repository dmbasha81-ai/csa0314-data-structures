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03E29-D01D-2464-A3EE-C8E073A03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3E1A0-5D44-EE84-0819-A7B6DAF27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CAAF8-59B8-F1A8-3030-3A61F95E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4E716-2619-B068-CEB4-11E9DAF9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7FC12-FD0B-9652-5FF3-5A082894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03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814D-4574-2D09-9773-8BEE9FC4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40F6B-BE1B-782A-F35C-393294381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25268-CCC6-C128-87F6-4CF0F36E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C810D-3743-82B8-7490-EE191B0C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AE3E7-18A0-0359-7A6A-5982C1017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43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6190A-797F-FB3F-0024-C2AC5A5F8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4220C-A8FA-3326-CFC0-A9F2172D2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8E999-DF7E-650F-AB9E-4840B551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4373-89FF-0303-71F3-A35C7424C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8D45-0D64-5594-C041-98FECF94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10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711E4-7448-5D0F-B1FF-158CFE25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9D7A0-68F5-B3A7-DAE5-E7071B557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8B186-E23F-D75C-36F9-38E45A558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C0180-33A4-7DD2-C226-F69C90539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51BAB-DA6D-F22A-4B4D-F2D2BC50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4CDE5-C58A-F59C-AE7A-A1AAAB31D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82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FE57-8B53-7E77-22E5-8664BBEC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D15FC-E91F-75F0-564D-30939AB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67773-786A-1E42-6446-E89232005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9192B-E13B-BD35-D3F8-05060AF49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97E18-FF3C-54AE-AE9A-DD2E208EF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8B4616-FD22-58B6-AF8C-8479DCBF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33AD0-756D-49EB-24D8-46E7379A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E0F4E-ECB6-2432-4675-9A8269FD9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7992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B9DB8-0E02-53EA-DF1D-42EDACD11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BCABA-6F6A-F205-537B-9441ECF8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72D8A-3215-8455-364A-07DEA843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18206-90B5-55BD-0312-4DC60530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3582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FE33D3-E04C-DA83-845B-DE50993A6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A86C1-FA5F-6508-69FB-11A2535A9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E492-F091-0524-415C-B8348533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19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EDCA-246E-4473-C74F-F6A25C147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BE118-05E8-0608-5B58-A4790C99E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3A46E-EBB6-77B7-2D3A-05C69D896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2535F-1F70-DD1A-8A3F-103BC2E7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B3783-2B94-BE7B-83DD-F4E80F4E2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B5DA0-3FBA-B687-6C7B-5D724F73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08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0C0F0-6A6E-5424-FB7E-6103EADD9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114AC1-BA91-741D-2D05-A300F5B752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3D72-AD55-A9C3-7A9B-23730CA4F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65C45-2109-DCFE-8517-8EF43C3B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DE74C-5F94-0F2E-0C50-6CC40A68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1D0E5-B05C-46B9-7932-4FA605DF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28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A4E0-8360-EED2-736A-C13FB4D6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F42B6-B8E0-3881-1115-0FF7EAC00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4C38E-0937-7A2C-05EE-94BB15B1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1FC38-8AB0-D369-4DB7-BC8056E0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49BF1-FE52-DF93-DE35-3CFA69C0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407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A01E6-226A-8EC7-FE91-117892FB5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1661B-0A25-23F7-F10A-FD97AD3AA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BA1D7-7C4E-7DA1-D1DE-CC6F8239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149A0-2334-D458-81B5-5DBD90F7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04EA-4E32-FDDA-3F55-4762239B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827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B8120-4F4A-C24D-3782-10130C35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D29FC-217E-FF4C-7033-CBDFBA95A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08D21-2657-DFF8-CBE1-0A5C92A58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F83D32-D3BF-4ACE-A0CF-2E3E938BB723}" type="datetimeFigureOut">
              <a:rPr lang="en-IN" smtClean="0"/>
              <a:t>03-10-2026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0FD65-380A-AD3F-92F7-F3BB7FB18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5A6A2-0163-0B41-FB79-43F73402F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6B17F-A3FF-4646-9A4D-9F96EEE59F1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606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D4CC-93DA-AD36-E826-CA34BCF61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033" y="698906"/>
            <a:ext cx="11573933" cy="2387600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ADT-Based Backward Navigation in Web Browsers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6D360-5198-C97A-E14E-2DBCF8856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267" y="3141010"/>
            <a:ext cx="9144000" cy="45349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CSA0314-DATA STRUCTURES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CC614-69C1-A1AE-3AA3-689BEF33AF68}"/>
              </a:ext>
            </a:extLst>
          </p:cNvPr>
          <p:cNvSpPr txBox="1"/>
          <p:nvPr/>
        </p:nvSpPr>
        <p:spPr>
          <a:xfrm>
            <a:off x="770466" y="4521200"/>
            <a:ext cx="2904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Krishnaraj 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BBDC6-E5CE-DBCF-02C0-C7ABA6756679}"/>
              </a:ext>
            </a:extLst>
          </p:cNvPr>
          <p:cNvSpPr txBox="1"/>
          <p:nvPr/>
        </p:nvSpPr>
        <p:spPr>
          <a:xfrm>
            <a:off x="7332133" y="4521200"/>
            <a:ext cx="3335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Mahaboob Basha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192525369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51;p1">
            <a:extLst>
              <a:ext uri="{FF2B5EF4-FFF2-40B4-BE49-F238E27FC236}">
                <a16:creationId xmlns:a16="http://schemas.microsoft.com/office/drawing/2014/main" id="{7FB385F3-726A-ADFB-165D-D087805D05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7061" y="199496"/>
            <a:ext cx="9989273" cy="8968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3852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4A50-80A3-8F22-D087-879D2FCE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0B1CC-F1DD-D33F-12B1-DBC6DEC27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67" cy="2509308"/>
          </a:xfrm>
        </p:spPr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browsers allow users to visit multiple web pages.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 navigation helps users return to previously visited pages.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ADT(Abstract Data Type) can be used to explain browser history management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 is a real-world example</a:t>
            </a:r>
          </a:p>
        </p:txBody>
      </p:sp>
    </p:spTree>
    <p:extLst>
      <p:ext uri="{BB962C8B-B14F-4D97-AF65-F5344CB8AC3E}">
        <p14:creationId xmlns:p14="http://schemas.microsoft.com/office/powerpoint/2010/main" val="4015565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56A2-ED6A-1909-D52E-B75A1D65C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846931"/>
            <a:ext cx="109982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visit multiple web pages in sequence.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need to return to a previously visited page.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the entire browsing history is unnecessary for the immediate previous page.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method is needed to manage navigation history.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89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DAD2-7053-E60C-C26F-796741A6F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in Stack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08085-7E57-BE1A-B5AE-0F29B5597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a linear data structure.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LIFO (Last In, First Out).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inserted element is removed first.</a:t>
            </a:r>
          </a:p>
          <a:p>
            <a:pPr marL="0" lv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Push: Add an element.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Pop: Remove the top element.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Peek: View the top element.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isEmpty: Check whether the stack is empty.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39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1B33-5179-BFA7-E22A-1715C8DFF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of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EB6489-C0DB-77D6-215E-003CE08036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3954101"/>
              </p:ext>
            </p:extLst>
          </p:nvPr>
        </p:nvGraphicFramePr>
        <p:xfrm>
          <a:off x="517358" y="1690688"/>
          <a:ext cx="9617242" cy="219456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4808621">
                  <a:extLst>
                    <a:ext uri="{9D8B030D-6E8A-4147-A177-3AD203B41FA5}">
                      <a16:colId xmlns:a16="http://schemas.microsoft.com/office/drawing/2014/main" val="3400433589"/>
                    </a:ext>
                  </a:extLst>
                </a:gridCol>
                <a:gridCol w="4808621">
                  <a:extLst>
                    <a:ext uri="{9D8B030D-6E8A-4147-A177-3AD203B41FA5}">
                      <a16:colId xmlns:a16="http://schemas.microsoft.com/office/drawing/2014/main" val="174402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770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436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182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418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337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1147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B4B5B0-CD9B-799F-4075-82406245A14C}"/>
              </a:ext>
            </a:extLst>
          </p:cNvPr>
          <p:cNvSpPr txBox="1"/>
          <p:nvPr/>
        </p:nvSpPr>
        <p:spPr>
          <a:xfrm>
            <a:off x="517358" y="4138863"/>
            <a:ext cx="108364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O(1): Constant time; the operation does not depend on the number of stored pages.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O(n): Linear time; the time or space grows proportionally with the number of pages.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27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0EC2B-D8DB-7C69-8D5A-82BC94C7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7ECBF-ACFC-9916-66C8-6F8C8269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 and redo operations in text editors.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navigation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calls in programming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83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B625B-5005-E5F6-6D51-20A4E2ED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41CEA-583E-6501-37A6-B4282715D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92933" cy="4351338"/>
          </a:xfrm>
        </p:spPr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ADT is a suitable model for understanding backward navigation in web browsers.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the LIFO principle, making it easy to retrieve recently visited pages first.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operations like Push and Pop are efficient, typically taking O(1) time.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Stacks help organize data and are widely used in browsers, programming, and other applications.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Stack ADT shows how simple data structures improve performance, organization, and user experience.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509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EB16C-39EB-3E28-5DF5-74E04E1FC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0" y="257069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THANK YOU</a:t>
            </a:r>
            <a:endParaRPr lang="en-IN" sz="9600" dirty="0">
              <a:solidFill>
                <a:schemeClr val="accent5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989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Aptos</vt:lpstr>
      <vt:lpstr>Aptos Display</vt:lpstr>
      <vt:lpstr>Arial</vt:lpstr>
      <vt:lpstr>Times New Roman</vt:lpstr>
      <vt:lpstr>Wingdings</vt:lpstr>
      <vt:lpstr>Office Theme</vt:lpstr>
      <vt:lpstr>Stack ADT-Based Backward Navigation in Web Browsers</vt:lpstr>
      <vt:lpstr>INTRODUCTION</vt:lpstr>
      <vt:lpstr>PowerPoint Presentation</vt:lpstr>
      <vt:lpstr> Operations in Stack ADT</vt:lpstr>
      <vt:lpstr>Performance Analysis of Stack</vt:lpstr>
      <vt:lpstr>Applications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basha d</dc:creator>
  <cp:lastModifiedBy>basha d</cp:lastModifiedBy>
  <cp:revision>2</cp:revision>
  <dcterms:created xsi:type="dcterms:W3CDTF">2026-10-02T13:22:10Z</dcterms:created>
  <dcterms:modified xsi:type="dcterms:W3CDTF">2026-10-03T09:09:51Z</dcterms:modified>
</cp:coreProperties>
</file>